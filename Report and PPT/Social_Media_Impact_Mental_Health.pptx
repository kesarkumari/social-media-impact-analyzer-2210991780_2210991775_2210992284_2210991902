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6D22F2-C87E-4BDB-812B-6AAD38BFB90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1374840" y="1336680"/>
            <a:ext cx="4809600" cy="3607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E90618-7A29-41E2-BE23-F826F7BEE3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Name of the faculty [Group: G00] [Sem:2nd]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5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2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7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8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3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1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3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3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0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3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4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5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6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9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5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1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0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3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6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5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6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9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7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1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2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8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8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7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98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99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0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1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02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3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04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05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6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7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08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9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5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1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8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1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0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21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2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4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2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6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33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3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6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3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8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39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4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4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2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4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4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49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0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1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2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3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4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55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6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7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8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9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0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3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64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6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6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7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6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9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70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7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7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3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7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5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83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84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5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6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87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8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89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90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91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2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93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4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Picture 10" descr="LOGO.gif"/>
          <p:cNvPicPr/>
          <p:nvPr/>
        </p:nvPicPr>
        <p:blipFill>
          <a:blip r:embed="rId2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2" name="Picture 10" descr="LOGO.gif"/>
          <p:cNvPicPr/>
          <p:nvPr/>
        </p:nvPicPr>
        <p:blipFill>
          <a:blip r:embed="rId3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0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0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5" name="Picture 9" descr="LOGO.gif"/>
            <p:cNvPicPr/>
            <p:nvPr/>
          </p:nvPicPr>
          <p:blipFill>
            <a:blip r:embed="rId4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0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7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8" name="Picture 10" descr="LOGO.gif"/>
          <p:cNvPicPr/>
          <p:nvPr/>
        </p:nvPicPr>
        <p:blipFill>
          <a:blip r:embed="rId6"/>
          <a:srcRect l="0" t="0" r="0" b="10718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0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1" name="Picture 9" descr="LOGO.gif"/>
            <p:cNvPicPr/>
            <p:nvPr/>
          </p:nvPicPr>
          <p:blipFill>
            <a:blip r:embed="rId7"/>
            <a:srcRect l="0" t="0" r="0" b="10718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1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3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Shape 1"/>
          <p:cNvSpPr/>
          <p:nvPr/>
        </p:nvSpPr>
        <p:spPr>
          <a:xfrm>
            <a:off x="0" y="840600"/>
            <a:ext cx="9143640" cy="537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Project Presentation of Industry Oriented Hands on Experience (22CS422)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Social Media Impact on Mental Health</a:t>
            </a: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Kesar Kumari | Kavya | Shalini Kumari | Matalika Dutta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kesar1780.be22 | kavya1775.be22 | shalini2284.be22 | matalika1902.be22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Supervised By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Dr. Preeti SainiAssistant Professor, CUIET,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MS PGothic"/>
              </a:rPr>
              <a:t>Department of Computer Science and Engineering,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MS PGothic"/>
              </a:rPr>
              <a:t>Chitkara University, Punjab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  <a:spcBef>
                <a:spcPts val="400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Abstract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Shape 2"/>
          <p:cNvSpPr/>
          <p:nvPr/>
        </p:nvSpPr>
        <p:spPr>
          <a:xfrm>
            <a:off x="164160" y="900000"/>
            <a:ext cx="8838360" cy="5299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Social media's explosive growth has significantly transformed contemporary psychology.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paper analyzes the effect of social media use on mental health: anxiety, depression, insomnia, low self-esteem, cyberbullying, and social media dependency.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Focus: young adults aged 18-25 years — most affected demographic group.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Based on academic literature, empirical datasets, and visual representations.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Both detrimental effects and positive roles of online forums are examined.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Concludes with recommendations on digital literacy, design solutions, and policy interventions.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Introduction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Shape 2"/>
          <p:cNvSpPr/>
          <p:nvPr/>
        </p:nvSpPr>
        <p:spPr>
          <a:xfrm>
            <a:off x="164160" y="900000"/>
            <a:ext cx="8838360" cy="5299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Social media platforms (Instagram, Twitter/X, Facebook, TikTok, Snapchat) have become central to modern communication.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Over 4.9 billion people globally use social media as of 2024.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relationship between social media use and mental health is complex — both beneficial and harmful.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Key concern: excessive and unregulated use leads to measurable psychological harm.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Young adults (18-25) are most vulnerable due to high usage rates and developmental stage.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Research objective: Identify, analyze, and address the mental health consequences of social media overuse.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Methodology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Shape 2"/>
          <p:cNvSpPr/>
          <p:nvPr/>
        </p:nvSpPr>
        <p:spPr>
          <a:xfrm>
            <a:off x="164160" y="900000"/>
            <a:ext cx="8838360" cy="5299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Literature Review: Analysis of 50+ peer-reviewed studies on social media and mental health (2015-2024).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Empirical Datasets: Statistical analysis of usage patterns correlated with psychological outcomes.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Survey Data: Cross-sectional data from young adult populations aged 18-25.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Comparative Analysis: Examined light vs. heavy social media users across anxiety and depression scales.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Tools: PHQ-9 (depression), GAD-7 (anxiety), Bergen Social Media Addiction Scale (BSMAS).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Ethical Compliance: All datasets reviewed were anonymized and IRB-approved.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Key Findings — Negative Effects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Shape 2"/>
          <p:cNvSpPr/>
          <p:nvPr/>
        </p:nvSpPr>
        <p:spPr>
          <a:xfrm>
            <a:off x="164160" y="900000"/>
            <a:ext cx="8838360" cy="5299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Depression: Heavy users (&gt;3 hrs/day) scored significantly higher on PHQ-9 depression scales.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Anxiety: Social comparison and fear of missing out (FOMO) directly trigger anxiety disorders.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Insomnia: Blue-light exposure and late-night scrolling disrupt sleep cycles in 67% of heavy users.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Low Self-Esteem: Curated content creates unrealistic comparisons, especially body image in females.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Cyberbullying: 37% of young users reported experiencing online harassment.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Social Media Addiction: Dopamine-driven feedback loops lead to compulsive usage behavior.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Key Findings — Positive Aspects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Shape 2"/>
          <p:cNvSpPr/>
          <p:nvPr/>
        </p:nvSpPr>
        <p:spPr>
          <a:xfrm>
            <a:off x="164160" y="900000"/>
            <a:ext cx="8838360" cy="5299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Mental Health Awareness: Online communities reduce stigma and promote mental health education.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Peer Support: Forums and groups provide accessible emotional support networks.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Crisis Intervention: Platforms like Twitter-X have been used to share mental health crisis resources.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Information Access: Users gain knowledge about therapy, medication, and coping strategies.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Social Connection: For isolated individuals, social media provides meaningful social interaction.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Research Dissemination: Rapid sharing of academic mental health findings to wide audiences.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Conclusion and Recommendations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Shape 2"/>
          <p:cNvSpPr/>
          <p:nvPr/>
        </p:nvSpPr>
        <p:spPr>
          <a:xfrm>
            <a:off x="164160" y="900000"/>
            <a:ext cx="8838360" cy="52995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Intensive social media use is strongly correlated with psychological maladjustment in young adults.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Digital Literacy: Schools and universities must integrate social media literacy into curricula.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 Solutions: Platforms should implement screen-time limits, warning notifications, and algorithm transparency.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Policy Recommendations: Governments should regulate addictive design features targeting youth.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Future Scope: Longitudinal studies needed to track long-term mental health outcomes.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Balanced approach: Harness social media's positive potential while mitigating its harmful effects.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5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Thank You</a:t>
            </a:r>
            <a:endParaRPr lang="en-IN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29DFCB0-BB7F-4179-BFAA-FF4F579CEAB1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Application>LibreOffice/26.2.2.2$Windows_X86_64 LibreOffice_project/1f77d10d6938fd34972958f64b2bcfa54f8b1ba5</Application>
  <AppVersion>15.0000</AppVersion>
  <Words>79</Words>
  <Paragraphs>30</Paragraphs>
  <Company>CCC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  <dc:description/>
  <dc:language>en-GB</dc:language>
  <cp:lastModifiedBy/>
  <dcterms:modified xsi:type="dcterms:W3CDTF">2026-05-07T15:55:10Z</dcterms:modified>
  <cp:revision>2299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</vt:i4>
  </property>
</Properties>
</file>